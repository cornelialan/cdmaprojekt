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470f163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0470f1636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470f163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d0470f1636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470f163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d0470f1636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0470f16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0470f16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470f163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0470f163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0470f163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0470f163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0470f163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0470f163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2" cy="510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2" cy="510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2" cy="510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Startscreen</a:t>
            </a:r>
            <a:endParaRPr/>
          </a:p>
        </p:txBody>
      </p:sp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3344"/>
          <a:stretch/>
        </p:blipFill>
        <p:spPr>
          <a:xfrm>
            <a:off x="2495025" y="402400"/>
            <a:ext cx="6127226" cy="43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Programmier-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Editor</a:t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024" y="410220"/>
            <a:ext cx="6127224" cy="4330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LongPress</a:t>
            </a:r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3">
            <a:alphaModFix/>
          </a:blip>
          <a:srcRect b="0" l="-11757" r="0" t="-11757"/>
          <a:stretch/>
        </p:blipFill>
        <p:spPr>
          <a:xfrm>
            <a:off x="1774825" y="-84350"/>
            <a:ext cx="6847424" cy="482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Ablauf</a:t>
            </a:r>
            <a:endParaRPr/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025" y="426979"/>
            <a:ext cx="6127225" cy="4314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