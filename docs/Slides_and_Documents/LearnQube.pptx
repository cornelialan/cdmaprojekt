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470f163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0470f1636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6549bb662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96549bb662_3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6549bb662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6549bb662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6549bb662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6549bb662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549bb662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549bb66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31"/>
            <a:ext cx="9144002" cy="510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50" y="475050"/>
            <a:ext cx="4933390" cy="34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823924" y="3314943"/>
            <a:ext cx="1365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16">
                <a:solidFill>
                  <a:srgbClr val="FFFFFF"/>
                </a:solidFill>
              </a:rPr>
              <a:t>FunFactory</a:t>
            </a:r>
            <a:endParaRPr b="1" sz="1616">
              <a:solidFill>
                <a:srgbClr val="FFFFFF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5140" y="1381125"/>
            <a:ext cx="20478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466286" y="3063143"/>
            <a:ext cx="1365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16">
                <a:solidFill>
                  <a:schemeClr val="dk1"/>
                </a:solidFill>
              </a:rPr>
              <a:t>FunFactory</a:t>
            </a:r>
            <a:endParaRPr b="1" sz="1216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16">
                <a:solidFill>
                  <a:schemeClr val="dk1"/>
                </a:solidFill>
              </a:rPr>
              <a:t>2026 - 2026</a:t>
            </a:r>
            <a:endParaRPr b="1" sz="1216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975" y="250325"/>
            <a:ext cx="4016200" cy="39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1510175" y="3123525"/>
            <a:ext cx="2176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latin typeface="Trebuchet MS"/>
                <a:ea typeface="Trebuchet MS"/>
                <a:cs typeface="Trebuchet MS"/>
                <a:sym typeface="Trebuchet MS"/>
              </a:rPr>
              <a:t>LearnQube</a:t>
            </a:r>
            <a:endParaRPr b="1" sz="2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69" name="Google Shape;69;p15"/>
          <p:cNvCxnSpPr/>
          <p:nvPr/>
        </p:nvCxnSpPr>
        <p:spPr>
          <a:xfrm>
            <a:off x="633125" y="3392575"/>
            <a:ext cx="82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0028" y="1866325"/>
            <a:ext cx="2354275" cy="22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6109877" y="2621798"/>
            <a:ext cx="11547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50" lIns="82050" spcFirstLastPara="1" rIns="82050" wrap="square" tIns="8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16">
                <a:solidFill>
                  <a:schemeClr val="lt1"/>
                </a:solidFill>
              </a:rPr>
              <a:t>FunFactory</a:t>
            </a:r>
            <a:endParaRPr b="1" sz="1216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258784" y="3134731"/>
            <a:ext cx="2176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LearnQube</a:t>
            </a:r>
            <a:endParaRPr b="1" sz="15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0325" y="451025"/>
            <a:ext cx="1630709" cy="1534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2123" y="648195"/>
            <a:ext cx="1139881" cy="1139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1177" l="0" r="0" t="1566"/>
          <a:stretch/>
        </p:blipFill>
        <p:spPr>
          <a:xfrm>
            <a:off x="152400" y="1092950"/>
            <a:ext cx="8839199" cy="292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575" y="603230"/>
            <a:ext cx="66008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